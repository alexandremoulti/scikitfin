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moulti" userId="d8e6521136d6f037" providerId="LiveId" clId="{8CF16D6B-1E1F-43B7-A3D1-6F2301537ED8}"/>
    <pc:docChg chg="custSel addSld delSld modSld">
      <pc:chgData name="alexandre moulti" userId="d8e6521136d6f037" providerId="LiveId" clId="{8CF16D6B-1E1F-43B7-A3D1-6F2301537ED8}" dt="2025-11-09T15:51:58.704" v="128" actId="14100"/>
      <pc:docMkLst>
        <pc:docMk/>
      </pc:docMkLst>
      <pc:sldChg chg="modSp del mod">
        <pc:chgData name="alexandre moulti" userId="d8e6521136d6f037" providerId="LiveId" clId="{8CF16D6B-1E1F-43B7-A3D1-6F2301537ED8}" dt="2025-11-09T15:46:14.372" v="115" actId="47"/>
        <pc:sldMkLst>
          <pc:docMk/>
          <pc:sldMk cId="3766732092" sldId="256"/>
        </pc:sldMkLst>
        <pc:picChg chg="mod">
          <ac:chgData name="alexandre moulti" userId="d8e6521136d6f037" providerId="LiveId" clId="{8CF16D6B-1E1F-43B7-A3D1-6F2301537ED8}" dt="2025-11-09T15:31:42.088" v="5" actId="1076"/>
          <ac:picMkLst>
            <pc:docMk/>
            <pc:sldMk cId="3766732092" sldId="256"/>
            <ac:picMk id="7" creationId="{BB4A6FB5-A2BD-4891-ACCB-7F4560CC56CC}"/>
          </ac:picMkLst>
        </pc:picChg>
        <pc:picChg chg="mod">
          <ac:chgData name="alexandre moulti" userId="d8e6521136d6f037" providerId="LiveId" clId="{8CF16D6B-1E1F-43B7-A3D1-6F2301537ED8}" dt="2025-11-09T15:32:44.163" v="11" actId="14100"/>
          <ac:picMkLst>
            <pc:docMk/>
            <pc:sldMk cId="3766732092" sldId="256"/>
            <ac:picMk id="9" creationId="{262BFFB7-22E3-4341-AF81-EE0718C6DBA5}"/>
          </ac:picMkLst>
        </pc:picChg>
        <pc:picChg chg="mod">
          <ac:chgData name="alexandre moulti" userId="d8e6521136d6f037" providerId="LiveId" clId="{8CF16D6B-1E1F-43B7-A3D1-6F2301537ED8}" dt="2025-11-09T15:32:17.257" v="7" actId="1076"/>
          <ac:picMkLst>
            <pc:docMk/>
            <pc:sldMk cId="3766732092" sldId="256"/>
            <ac:picMk id="11" creationId="{D910C554-7BF3-4F2F-94F5-C65BE28A780D}"/>
          </ac:picMkLst>
        </pc:picChg>
        <pc:picChg chg="mod">
          <ac:chgData name="alexandre moulti" userId="d8e6521136d6f037" providerId="LiveId" clId="{8CF16D6B-1E1F-43B7-A3D1-6F2301537ED8}" dt="2025-11-09T15:32:19.771" v="8" actId="1076"/>
          <ac:picMkLst>
            <pc:docMk/>
            <pc:sldMk cId="3766732092" sldId="256"/>
            <ac:picMk id="15" creationId="{C9CC5053-274F-4419-A12D-C92D87ECD7A9}"/>
          </ac:picMkLst>
        </pc:picChg>
        <pc:picChg chg="mod">
          <ac:chgData name="alexandre moulti" userId="d8e6521136d6f037" providerId="LiveId" clId="{8CF16D6B-1E1F-43B7-A3D1-6F2301537ED8}" dt="2025-11-09T15:32:59.665" v="12" actId="1076"/>
          <ac:picMkLst>
            <pc:docMk/>
            <pc:sldMk cId="3766732092" sldId="256"/>
            <ac:picMk id="17" creationId="{B0F7A882-AEF5-446A-82DE-E83CB5FC90DE}"/>
          </ac:picMkLst>
        </pc:picChg>
      </pc:sldChg>
      <pc:sldChg chg="addSp delSp modSp add mod">
        <pc:chgData name="alexandre moulti" userId="d8e6521136d6f037" providerId="LiveId" clId="{8CF16D6B-1E1F-43B7-A3D1-6F2301537ED8}" dt="2025-11-09T15:51:24.858" v="122" actId="1076"/>
        <pc:sldMkLst>
          <pc:docMk/>
          <pc:sldMk cId="657316082" sldId="257"/>
        </pc:sldMkLst>
        <pc:picChg chg="add mod">
          <ac:chgData name="alexandre moulti" userId="d8e6521136d6f037" providerId="LiveId" clId="{8CF16D6B-1E1F-43B7-A3D1-6F2301537ED8}" dt="2025-11-09T15:51:24.858" v="122" actId="1076"/>
          <ac:picMkLst>
            <pc:docMk/>
            <pc:sldMk cId="657316082" sldId="257"/>
            <ac:picMk id="5" creationId="{72B1CD32-971F-42DA-949A-A9FA826896F8}"/>
          </ac:picMkLst>
        </pc:picChg>
        <pc:picChg chg="del">
          <ac:chgData name="alexandre moulti" userId="d8e6521136d6f037" providerId="LiveId" clId="{8CF16D6B-1E1F-43B7-A3D1-6F2301537ED8}" dt="2025-11-09T15:40:58.097" v="84" actId="478"/>
          <ac:picMkLst>
            <pc:docMk/>
            <pc:sldMk cId="657316082" sldId="257"/>
            <ac:picMk id="7" creationId="{BB4A6FB5-A2BD-4891-ACCB-7F4560CC56CC}"/>
          </ac:picMkLst>
        </pc:picChg>
        <pc:picChg chg="del mod">
          <ac:chgData name="alexandre moulti" userId="d8e6521136d6f037" providerId="LiveId" clId="{8CF16D6B-1E1F-43B7-A3D1-6F2301537ED8}" dt="2025-11-09T15:41:32.480" v="93" actId="478"/>
          <ac:picMkLst>
            <pc:docMk/>
            <pc:sldMk cId="657316082" sldId="257"/>
            <ac:picMk id="9" creationId="{262BFFB7-22E3-4341-AF81-EE0718C6DBA5}"/>
          </ac:picMkLst>
        </pc:picChg>
        <pc:picChg chg="del">
          <ac:chgData name="alexandre moulti" userId="d8e6521136d6f037" providerId="LiveId" clId="{8CF16D6B-1E1F-43B7-A3D1-6F2301537ED8}" dt="2025-11-09T15:40:56.270" v="83" actId="478"/>
          <ac:picMkLst>
            <pc:docMk/>
            <pc:sldMk cId="657316082" sldId="257"/>
            <ac:picMk id="11" creationId="{D910C554-7BF3-4F2F-94F5-C65BE28A780D}"/>
          </ac:picMkLst>
        </pc:picChg>
        <pc:picChg chg="mod">
          <ac:chgData name="alexandre moulti" userId="d8e6521136d6f037" providerId="LiveId" clId="{8CF16D6B-1E1F-43B7-A3D1-6F2301537ED8}" dt="2025-11-09T15:45:50.773" v="112" actId="14100"/>
          <ac:picMkLst>
            <pc:docMk/>
            <pc:sldMk cId="657316082" sldId="257"/>
            <ac:picMk id="15" creationId="{C9CC5053-274F-4419-A12D-C92D87ECD7A9}"/>
          </ac:picMkLst>
        </pc:picChg>
        <pc:picChg chg="del">
          <ac:chgData name="alexandre moulti" userId="d8e6521136d6f037" providerId="LiveId" clId="{8CF16D6B-1E1F-43B7-A3D1-6F2301537ED8}" dt="2025-11-09T15:39:45.761" v="66" actId="478"/>
          <ac:picMkLst>
            <pc:docMk/>
            <pc:sldMk cId="657316082" sldId="257"/>
            <ac:picMk id="17" creationId="{B0F7A882-AEF5-446A-82DE-E83CB5FC90DE}"/>
          </ac:picMkLst>
        </pc:picChg>
      </pc:sldChg>
      <pc:sldChg chg="addSp delSp modSp add mod">
        <pc:chgData name="alexandre moulti" userId="d8e6521136d6f037" providerId="LiveId" clId="{8CF16D6B-1E1F-43B7-A3D1-6F2301537ED8}" dt="2025-11-09T15:45:40.453" v="111" actId="1076"/>
        <pc:sldMkLst>
          <pc:docMk/>
          <pc:sldMk cId="2416184342" sldId="258"/>
        </pc:sldMkLst>
        <pc:picChg chg="add mod">
          <ac:chgData name="alexandre moulti" userId="d8e6521136d6f037" providerId="LiveId" clId="{8CF16D6B-1E1F-43B7-A3D1-6F2301537ED8}" dt="2025-11-09T15:45:29.892" v="109" actId="1076"/>
          <ac:picMkLst>
            <pc:docMk/>
            <pc:sldMk cId="2416184342" sldId="258"/>
            <ac:picMk id="5" creationId="{2F816059-C7AC-402C-B2C2-73E3D730ACC4}"/>
          </ac:picMkLst>
        </pc:picChg>
        <pc:picChg chg="del">
          <ac:chgData name="alexandre moulti" userId="d8e6521136d6f037" providerId="LiveId" clId="{8CF16D6B-1E1F-43B7-A3D1-6F2301537ED8}" dt="2025-11-09T15:40:16.488" v="73" actId="478"/>
          <ac:picMkLst>
            <pc:docMk/>
            <pc:sldMk cId="2416184342" sldId="258"/>
            <ac:picMk id="7" creationId="{BB4A6FB5-A2BD-4891-ACCB-7F4560CC56CC}"/>
          </ac:picMkLst>
        </pc:picChg>
        <pc:picChg chg="del">
          <ac:chgData name="alexandre moulti" userId="d8e6521136d6f037" providerId="LiveId" clId="{8CF16D6B-1E1F-43B7-A3D1-6F2301537ED8}" dt="2025-11-09T15:40:20.572" v="74" actId="478"/>
          <ac:picMkLst>
            <pc:docMk/>
            <pc:sldMk cId="2416184342" sldId="258"/>
            <ac:picMk id="9" creationId="{262BFFB7-22E3-4341-AF81-EE0718C6DBA5}"/>
          </ac:picMkLst>
        </pc:picChg>
        <pc:picChg chg="mod">
          <ac:chgData name="alexandre moulti" userId="d8e6521136d6f037" providerId="LiveId" clId="{8CF16D6B-1E1F-43B7-A3D1-6F2301537ED8}" dt="2025-11-09T15:45:40.453" v="111" actId="1076"/>
          <ac:picMkLst>
            <pc:docMk/>
            <pc:sldMk cId="2416184342" sldId="258"/>
            <ac:picMk id="11" creationId="{D910C554-7BF3-4F2F-94F5-C65BE28A780D}"/>
          </ac:picMkLst>
        </pc:picChg>
        <pc:picChg chg="del">
          <ac:chgData name="alexandre moulti" userId="d8e6521136d6f037" providerId="LiveId" clId="{8CF16D6B-1E1F-43B7-A3D1-6F2301537ED8}" dt="2025-11-09T15:40:14.413" v="72" actId="478"/>
          <ac:picMkLst>
            <pc:docMk/>
            <pc:sldMk cId="2416184342" sldId="258"/>
            <ac:picMk id="15" creationId="{C9CC5053-274F-4419-A12D-C92D87ECD7A9}"/>
          </ac:picMkLst>
        </pc:picChg>
        <pc:picChg chg="del mod">
          <ac:chgData name="alexandre moulti" userId="d8e6521136d6f037" providerId="LiveId" clId="{8CF16D6B-1E1F-43B7-A3D1-6F2301537ED8}" dt="2025-11-09T15:42:42.605" v="107" actId="478"/>
          <ac:picMkLst>
            <pc:docMk/>
            <pc:sldMk cId="2416184342" sldId="258"/>
            <ac:picMk id="17" creationId="{B0F7A882-AEF5-446A-82DE-E83CB5FC90DE}"/>
          </ac:picMkLst>
        </pc:picChg>
      </pc:sldChg>
      <pc:sldChg chg="delSp modSp add mod">
        <pc:chgData name="alexandre moulti" userId="d8e6521136d6f037" providerId="LiveId" clId="{8CF16D6B-1E1F-43B7-A3D1-6F2301537ED8}" dt="2025-11-09T15:41:28.573" v="92" actId="478"/>
        <pc:sldMkLst>
          <pc:docMk/>
          <pc:sldMk cId="791526921" sldId="259"/>
        </pc:sldMkLst>
        <pc:picChg chg="del">
          <ac:chgData name="alexandre moulti" userId="d8e6521136d6f037" providerId="LiveId" clId="{8CF16D6B-1E1F-43B7-A3D1-6F2301537ED8}" dt="2025-11-09T15:41:28.573" v="92" actId="478"/>
          <ac:picMkLst>
            <pc:docMk/>
            <pc:sldMk cId="791526921" sldId="259"/>
            <ac:picMk id="7" creationId="{BB4A6FB5-A2BD-4891-ACCB-7F4560CC56CC}"/>
          </ac:picMkLst>
        </pc:picChg>
        <pc:picChg chg="mod">
          <ac:chgData name="alexandre moulti" userId="d8e6521136d6f037" providerId="LiveId" clId="{8CF16D6B-1E1F-43B7-A3D1-6F2301537ED8}" dt="2025-11-09T15:41:25.747" v="91" actId="1076"/>
          <ac:picMkLst>
            <pc:docMk/>
            <pc:sldMk cId="791526921" sldId="259"/>
            <ac:picMk id="9" creationId="{262BFFB7-22E3-4341-AF81-EE0718C6DBA5}"/>
          </ac:picMkLst>
        </pc:picChg>
        <pc:picChg chg="del">
          <ac:chgData name="alexandre moulti" userId="d8e6521136d6f037" providerId="LiveId" clId="{8CF16D6B-1E1F-43B7-A3D1-6F2301537ED8}" dt="2025-11-09T15:41:11.215" v="86" actId="478"/>
          <ac:picMkLst>
            <pc:docMk/>
            <pc:sldMk cId="791526921" sldId="259"/>
            <ac:picMk id="11" creationId="{D910C554-7BF3-4F2F-94F5-C65BE28A780D}"/>
          </ac:picMkLst>
        </pc:picChg>
        <pc:picChg chg="del">
          <ac:chgData name="alexandre moulti" userId="d8e6521136d6f037" providerId="LiveId" clId="{8CF16D6B-1E1F-43B7-A3D1-6F2301537ED8}" dt="2025-11-09T15:41:08.863" v="85" actId="478"/>
          <ac:picMkLst>
            <pc:docMk/>
            <pc:sldMk cId="791526921" sldId="259"/>
            <ac:picMk id="15" creationId="{C9CC5053-274F-4419-A12D-C92D87ECD7A9}"/>
          </ac:picMkLst>
        </pc:picChg>
        <pc:picChg chg="del mod">
          <ac:chgData name="alexandre moulti" userId="d8e6521136d6f037" providerId="LiveId" clId="{8CF16D6B-1E1F-43B7-A3D1-6F2301537ED8}" dt="2025-11-09T15:41:24.157" v="90" actId="478"/>
          <ac:picMkLst>
            <pc:docMk/>
            <pc:sldMk cId="791526921" sldId="259"/>
            <ac:picMk id="17" creationId="{B0F7A882-AEF5-446A-82DE-E83CB5FC90DE}"/>
          </ac:picMkLst>
        </pc:picChg>
      </pc:sldChg>
      <pc:sldChg chg="addSp delSp modSp add mod">
        <pc:chgData name="alexandre moulti" userId="d8e6521136d6f037" providerId="LiveId" clId="{8CF16D6B-1E1F-43B7-A3D1-6F2301537ED8}" dt="2025-11-09T15:51:58.704" v="128" actId="14100"/>
        <pc:sldMkLst>
          <pc:docMk/>
          <pc:sldMk cId="2034307451" sldId="260"/>
        </pc:sldMkLst>
        <pc:spChg chg="del">
          <ac:chgData name="alexandre moulti" userId="d8e6521136d6f037" providerId="LiveId" clId="{8CF16D6B-1E1F-43B7-A3D1-6F2301537ED8}" dt="2025-11-09T15:42:00.560" v="101" actId="478"/>
          <ac:spMkLst>
            <pc:docMk/>
            <pc:sldMk cId="2034307451" sldId="260"/>
            <ac:spMk id="2" creationId="{8F3D7821-A26F-4380-AA26-A3077135939F}"/>
          </ac:spMkLst>
        </pc:spChg>
        <pc:spChg chg="del">
          <ac:chgData name="alexandre moulti" userId="d8e6521136d6f037" providerId="LiveId" clId="{8CF16D6B-1E1F-43B7-A3D1-6F2301537ED8}" dt="2025-11-09T15:42:04.046" v="102" actId="478"/>
          <ac:spMkLst>
            <pc:docMk/>
            <pc:sldMk cId="2034307451" sldId="260"/>
            <ac:spMk id="3" creationId="{3B62862F-9DC2-440B-AA2D-DF8D6671209B}"/>
          </ac:spMkLst>
        </pc:spChg>
        <pc:picChg chg="add mod">
          <ac:chgData name="alexandre moulti" userId="d8e6521136d6f037" providerId="LiveId" clId="{8CF16D6B-1E1F-43B7-A3D1-6F2301537ED8}" dt="2025-11-09T15:51:58.704" v="128" actId="14100"/>
          <ac:picMkLst>
            <pc:docMk/>
            <pc:sldMk cId="2034307451" sldId="260"/>
            <ac:picMk id="5" creationId="{1CB3D002-1F2A-4B33-8EB9-D153F5710F2D}"/>
          </ac:picMkLst>
        </pc:picChg>
        <pc:picChg chg="mod">
          <ac:chgData name="alexandre moulti" userId="d8e6521136d6f037" providerId="LiveId" clId="{8CF16D6B-1E1F-43B7-A3D1-6F2301537ED8}" dt="2025-11-09T15:45:58.802" v="114" actId="14100"/>
          <ac:picMkLst>
            <pc:docMk/>
            <pc:sldMk cId="2034307451" sldId="260"/>
            <ac:picMk id="7" creationId="{BB4A6FB5-A2BD-4891-ACCB-7F4560CC56CC}"/>
          </ac:picMkLst>
        </pc:picChg>
        <pc:picChg chg="del">
          <ac:chgData name="alexandre moulti" userId="d8e6521136d6f037" providerId="LiveId" clId="{8CF16D6B-1E1F-43B7-A3D1-6F2301537ED8}" dt="2025-11-09T15:41:49.300" v="98" actId="478"/>
          <ac:picMkLst>
            <pc:docMk/>
            <pc:sldMk cId="2034307451" sldId="260"/>
            <ac:picMk id="9" creationId="{262BFFB7-22E3-4341-AF81-EE0718C6DBA5}"/>
          </ac:picMkLst>
        </pc:picChg>
        <pc:picChg chg="del">
          <ac:chgData name="alexandre moulti" userId="d8e6521136d6f037" providerId="LiveId" clId="{8CF16D6B-1E1F-43B7-A3D1-6F2301537ED8}" dt="2025-11-09T15:41:44.148" v="96" actId="478"/>
          <ac:picMkLst>
            <pc:docMk/>
            <pc:sldMk cId="2034307451" sldId="260"/>
            <ac:picMk id="11" creationId="{D910C554-7BF3-4F2F-94F5-C65BE28A780D}"/>
          </ac:picMkLst>
        </pc:picChg>
        <pc:picChg chg="del">
          <ac:chgData name="alexandre moulti" userId="d8e6521136d6f037" providerId="LiveId" clId="{8CF16D6B-1E1F-43B7-A3D1-6F2301537ED8}" dt="2025-11-09T15:41:47.247" v="97" actId="478"/>
          <ac:picMkLst>
            <pc:docMk/>
            <pc:sldMk cId="2034307451" sldId="260"/>
            <ac:picMk id="15" creationId="{C9CC5053-274F-4419-A12D-C92D87ECD7A9}"/>
          </ac:picMkLst>
        </pc:picChg>
        <pc:picChg chg="del">
          <ac:chgData name="alexandre moulti" userId="d8e6521136d6f037" providerId="LiveId" clId="{8CF16D6B-1E1F-43B7-A3D1-6F2301537ED8}" dt="2025-11-09T15:41:56.733" v="100" actId="478"/>
          <ac:picMkLst>
            <pc:docMk/>
            <pc:sldMk cId="2034307451" sldId="260"/>
            <ac:picMk id="17" creationId="{B0F7A882-AEF5-446A-82DE-E83CB5FC90DE}"/>
          </ac:picMkLst>
        </pc:picChg>
      </pc:sldChg>
      <pc:sldChg chg="addSp delSp modSp add mod">
        <pc:chgData name="alexandre moulti" userId="d8e6521136d6f037" providerId="LiveId" clId="{8CF16D6B-1E1F-43B7-A3D1-6F2301537ED8}" dt="2025-11-09T15:38:05.873" v="57" actId="1076"/>
        <pc:sldMkLst>
          <pc:docMk/>
          <pc:sldMk cId="384600778" sldId="261"/>
        </pc:sldMkLst>
        <pc:picChg chg="add del mod modCrop">
          <ac:chgData name="alexandre moulti" userId="d8e6521136d6f037" providerId="LiveId" clId="{8CF16D6B-1E1F-43B7-A3D1-6F2301537ED8}" dt="2025-11-09T15:37:29.879" v="49" actId="478"/>
          <ac:picMkLst>
            <pc:docMk/>
            <pc:sldMk cId="384600778" sldId="261"/>
            <ac:picMk id="5" creationId="{2A21E0C0-675D-41BD-86AD-CA2D07CCE558}"/>
          </ac:picMkLst>
        </pc:picChg>
        <pc:picChg chg="del">
          <ac:chgData name="alexandre moulti" userId="d8e6521136d6f037" providerId="LiveId" clId="{8CF16D6B-1E1F-43B7-A3D1-6F2301537ED8}" dt="2025-11-09T15:34:41.129" v="26" actId="478"/>
          <ac:picMkLst>
            <pc:docMk/>
            <pc:sldMk cId="384600778" sldId="261"/>
            <ac:picMk id="7" creationId="{BB4A6FB5-A2BD-4891-ACCB-7F4560CC56CC}"/>
          </ac:picMkLst>
        </pc:picChg>
        <pc:picChg chg="del">
          <ac:chgData name="alexandre moulti" userId="d8e6521136d6f037" providerId="LiveId" clId="{8CF16D6B-1E1F-43B7-A3D1-6F2301537ED8}" dt="2025-11-09T15:34:42.921" v="27" actId="478"/>
          <ac:picMkLst>
            <pc:docMk/>
            <pc:sldMk cId="384600778" sldId="261"/>
            <ac:picMk id="9" creationId="{262BFFB7-22E3-4341-AF81-EE0718C6DBA5}"/>
          </ac:picMkLst>
        </pc:picChg>
        <pc:picChg chg="del">
          <ac:chgData name="alexandre moulti" userId="d8e6521136d6f037" providerId="LiveId" clId="{8CF16D6B-1E1F-43B7-A3D1-6F2301537ED8}" dt="2025-11-09T15:34:46.464" v="29" actId="478"/>
          <ac:picMkLst>
            <pc:docMk/>
            <pc:sldMk cId="384600778" sldId="261"/>
            <ac:picMk id="11" creationId="{D910C554-7BF3-4F2F-94F5-C65BE28A780D}"/>
          </ac:picMkLst>
        </pc:picChg>
        <pc:picChg chg="add mod modCrop">
          <ac:chgData name="alexandre moulti" userId="d8e6521136d6f037" providerId="LiveId" clId="{8CF16D6B-1E1F-43B7-A3D1-6F2301537ED8}" dt="2025-11-09T15:38:05.873" v="57" actId="1076"/>
          <ac:picMkLst>
            <pc:docMk/>
            <pc:sldMk cId="384600778" sldId="261"/>
            <ac:picMk id="12" creationId="{BE89F6C7-8F65-4033-89F7-35556E2C2CB7}"/>
          </ac:picMkLst>
        </pc:picChg>
        <pc:picChg chg="add mod modCrop">
          <ac:chgData name="alexandre moulti" userId="d8e6521136d6f037" providerId="LiveId" clId="{8CF16D6B-1E1F-43B7-A3D1-6F2301537ED8}" dt="2025-11-09T15:38:00.780" v="56" actId="1076"/>
          <ac:picMkLst>
            <pc:docMk/>
            <pc:sldMk cId="384600778" sldId="261"/>
            <ac:picMk id="13" creationId="{97A072F5-C79A-44FF-915F-F1FDD1BB6E89}"/>
          </ac:picMkLst>
        </pc:picChg>
        <pc:picChg chg="del mod">
          <ac:chgData name="alexandre moulti" userId="d8e6521136d6f037" providerId="LiveId" clId="{8CF16D6B-1E1F-43B7-A3D1-6F2301537ED8}" dt="2025-11-09T15:34:33.046" v="20" actId="478"/>
          <ac:picMkLst>
            <pc:docMk/>
            <pc:sldMk cId="384600778" sldId="261"/>
            <ac:picMk id="15" creationId="{C9CC5053-274F-4419-A12D-C92D87ECD7A9}"/>
          </ac:picMkLst>
        </pc:picChg>
        <pc:picChg chg="del mod">
          <ac:chgData name="alexandre moulti" userId="d8e6521136d6f037" providerId="LiveId" clId="{8CF16D6B-1E1F-43B7-A3D1-6F2301537ED8}" dt="2025-11-09T15:34:39.455" v="25" actId="478"/>
          <ac:picMkLst>
            <pc:docMk/>
            <pc:sldMk cId="384600778" sldId="261"/>
            <ac:picMk id="17" creationId="{B0F7A882-AEF5-446A-82DE-E83CB5FC90DE}"/>
          </ac:picMkLst>
        </pc:picChg>
      </pc:sldChg>
      <pc:sldChg chg="delSp modSp add mod">
        <pc:chgData name="alexandre moulti" userId="d8e6521136d6f037" providerId="LiveId" clId="{8CF16D6B-1E1F-43B7-A3D1-6F2301537ED8}" dt="2025-11-09T15:38:33.612" v="65" actId="1076"/>
        <pc:sldMkLst>
          <pc:docMk/>
          <pc:sldMk cId="3738923435" sldId="262"/>
        </pc:sldMkLst>
        <pc:picChg chg="mod">
          <ac:chgData name="alexandre moulti" userId="d8e6521136d6f037" providerId="LiveId" clId="{8CF16D6B-1E1F-43B7-A3D1-6F2301537ED8}" dt="2025-11-09T15:38:33.612" v="65" actId="1076"/>
          <ac:picMkLst>
            <pc:docMk/>
            <pc:sldMk cId="3738923435" sldId="262"/>
            <ac:picMk id="5" creationId="{2A21E0C0-675D-41BD-86AD-CA2D07CCE558}"/>
          </ac:picMkLst>
        </pc:picChg>
        <pc:picChg chg="del">
          <ac:chgData name="alexandre moulti" userId="d8e6521136d6f037" providerId="LiveId" clId="{8CF16D6B-1E1F-43B7-A3D1-6F2301537ED8}" dt="2025-11-09T15:38:10.951" v="59" actId="478"/>
          <ac:picMkLst>
            <pc:docMk/>
            <pc:sldMk cId="3738923435" sldId="262"/>
            <ac:picMk id="12" creationId="{BE89F6C7-8F65-4033-89F7-35556E2C2CB7}"/>
          </ac:picMkLst>
        </pc:picChg>
        <pc:picChg chg="del">
          <ac:chgData name="alexandre moulti" userId="d8e6521136d6f037" providerId="LiveId" clId="{8CF16D6B-1E1F-43B7-A3D1-6F2301537ED8}" dt="2025-11-09T15:38:09.001" v="58" actId="478"/>
          <ac:picMkLst>
            <pc:docMk/>
            <pc:sldMk cId="3738923435" sldId="262"/>
            <ac:picMk id="13" creationId="{97A072F5-C79A-44FF-915F-F1FDD1BB6E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0A41-2DFC-4069-8815-23664E735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891FA-C2CF-44E6-9BEB-3F7554981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C07D2-5E45-41C8-A5F0-F3E4F654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E41EA-103C-4E5B-B1D2-369875CE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92FD-348F-4746-A7B0-174D09BA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36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BFA1-56CD-4DF6-B66F-D90E79EF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669D-33CC-42FE-95F5-D7D638590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35930-4491-4A5F-853B-3729EA53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F41DE-866B-41D9-A9A9-914A261F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C588D-9FD4-48DD-9457-F52C739E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47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5C57-2E1C-4229-B1E2-644B7444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A3089-3279-4F80-BB91-6F5D2CF6B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B4C81-4EB6-4015-A5A5-BF30038A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94D40-B14E-43BB-A78A-4DA2E6D44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1D778-6010-49F7-98BC-8EDC0F9F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46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4481-5BD2-4253-93DE-88FA247E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A14D-4C39-49FC-90AB-00731C53D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D68CC-0B1B-4C82-B549-EB2EDE678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AA38-1276-4AC8-8591-C71E2205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A8BE7-3FCF-4F7E-BF43-06F548D8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EFB02-389B-46DB-9451-5DEB181D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35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21DD-601A-44D6-BD52-66909C3A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9C10D-EC72-4E50-9174-56BC5C80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73F40-885C-4977-81A9-F0AE647C4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DBF4A-4CD5-4F43-98F4-6DCDF8804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A3131-7AA8-4E67-9555-E880DA1CE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2E66D-0F38-416F-B011-B696DE62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CC653-8104-4FD8-8836-9037D585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9E696-A5AC-4C05-9131-3C87BA28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94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880C-1073-42E9-8F93-3D7AC247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917EC-7689-4CE0-9767-26D35B18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1B7A0-FA54-4E79-919C-CF525E67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0DE87-EBC2-4897-9A44-FC6AC911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72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47A4F-DC68-4343-B13E-4A3A45D8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3F29E-BD6C-46ED-A893-88687F44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E635A-4043-4936-B717-B1B64E0A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47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377C-3655-4B94-9998-B1838EF7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5CFE6-2FC9-48AE-A752-6748A6DD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92691-3B0D-4640-A787-586B387A5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1365A-DD5C-400E-8B35-6FFF7A57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2442E-0B33-4423-ABA1-5CCAA901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3A0E1-E727-4121-8009-7863D1A4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71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F3D8-9651-4459-8E6D-95BAB635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FC11A-5359-48B9-AFED-99FE621C3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85319-B044-4118-9B81-DEC586FB4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E3C98-A5BF-4259-AE26-ED34C446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6999C-5F31-470F-91B6-1CB9F386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2CD84-8B63-4A38-A3AE-55D552CE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77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D67B-250D-4F91-80E1-ECAC4991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F86A4-35E5-42C3-B42D-C3C98069D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20E3F-00B4-4663-A8F0-A69251A8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CEF89-236B-4121-9A78-A963270C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905F9-740D-4D4A-AE20-699E7AC4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78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377AE-1A89-4E77-B00C-25A6CFD88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30F7A-8670-44F5-8E4C-EB750DF3E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B328-24AB-423E-8FAD-D7D4C32F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E4927-2D87-4FE2-AA44-EB852F2D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C509F-4021-4174-92E1-703B72FB7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47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C14776-E45C-4C59-8CC0-0CF5F0B5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6724B-E670-4180-AB17-8CC2988DC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ABDD5-01EE-4E79-9CCF-16BF75B4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5B253-FAC1-4C0B-8B80-AA041B6C7969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28FCA-BB0F-4BD2-8E42-B83046B4B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52F81-6156-4D81-84FC-97D973307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5C504-A4DC-47AC-9CCC-87A12C854D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43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7821-A26F-4380-AA26-A30771359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862F-9DC2-440B-AA2D-DF8D66712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CC5053-274F-4419-A12D-C92D87ECD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1" y="175430"/>
            <a:ext cx="7466783" cy="5082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B1CD32-971F-42DA-949A-A9FA82689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254" y="965480"/>
            <a:ext cx="3479265" cy="458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1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7821-A26F-4380-AA26-A30771359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862F-9DC2-440B-AA2D-DF8D66712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10C554-7BF3-4F2F-94F5-C65BE28A7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" y="2119594"/>
            <a:ext cx="4638770" cy="4620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816059-C7AC-402C-B2C2-73E3D730A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488" y="0"/>
            <a:ext cx="721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8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7821-A26F-4380-AA26-A30771359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862F-9DC2-440B-AA2D-DF8D66712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2BFFB7-22E3-4341-AF81-EE0718C6D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07" y="529554"/>
            <a:ext cx="7699486" cy="45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2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4A6FB5-A2BD-4891-ACCB-7F4560CC5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74" y="206824"/>
            <a:ext cx="6791859" cy="4463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B3D002-1F2A-4B33-8EB9-D153F5710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347" y="3594847"/>
            <a:ext cx="5510680" cy="30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0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7821-A26F-4380-AA26-A30771359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862F-9DC2-440B-AA2D-DF8D66712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89F6C7-8F65-4033-89F7-35556E2C2C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06" b="38649"/>
          <a:stretch/>
        </p:blipFill>
        <p:spPr>
          <a:xfrm>
            <a:off x="188884" y="3968828"/>
            <a:ext cx="8766232" cy="2633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A072F5-C79A-44FF-915F-F1FDD1BB6E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94"/>
          <a:stretch/>
        </p:blipFill>
        <p:spPr>
          <a:xfrm>
            <a:off x="0" y="0"/>
            <a:ext cx="9144000" cy="286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7821-A26F-4380-AA26-A30771359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862F-9DC2-440B-AA2D-DF8D66712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1E0C0-675D-41BD-86AD-CA2D07CCE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12" b="6082"/>
          <a:stretch/>
        </p:blipFill>
        <p:spPr>
          <a:xfrm>
            <a:off x="92363" y="256381"/>
            <a:ext cx="8585031" cy="2687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F93FC5-2BD9-4AA5-9776-E2D432931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87" y="3255962"/>
            <a:ext cx="5284695" cy="352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2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alexandre moulti</dc:creator>
  <cp:lastModifiedBy>alexandre moulti</cp:lastModifiedBy>
  <cp:revision>4</cp:revision>
  <dcterms:created xsi:type="dcterms:W3CDTF">2025-11-05T19:52:18Z</dcterms:created>
  <dcterms:modified xsi:type="dcterms:W3CDTF">2025-11-09T15:56:47Z</dcterms:modified>
</cp:coreProperties>
</file>